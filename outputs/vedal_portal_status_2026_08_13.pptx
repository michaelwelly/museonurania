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Срез на 13 августа 2026. Источник истины — docs/PROJECT.md в репозитории.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получены подсчётом по репозиторию, а не переписаны по памяти.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спеки: четвёртой двери не заводим.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VEDAL PORTAL · СОСТОЯНИЕ ПРОДУКТА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78308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построено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что делаем дальше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66928" y="37033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B6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Сайт, CRM и закрытый контур — одна платформа, а не витрина отдельно и учёт отдельно. Серверная часть работает, сайт работает, они соединены между собой. Дальше — закрытый контур и переезд в облако.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5760720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августа 2026</a:t>
            </a:r>
            <a:pPr indent="0" marL="0">
              <a:buNone/>
            </a:pPr>
            <a:r>
              <a:rPr lang="en-US" sz="125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ветка dev · 910bcd6     тесты 64 / 64     22 страницы сайта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4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чего сегодня состоит продукт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441192" cy="1691640"/>
          </a:xfrm>
          <a:prstGeom prst="roundRect">
            <a:avLst>
              <a:gd name="adj" fmla="val 270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856232"/>
            <a:ext cx="2801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86968" y="2697480"/>
            <a:ext cx="280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модулей бэкенда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73880" y="1600200"/>
            <a:ext cx="3441192" cy="1691640"/>
          </a:xfrm>
          <a:prstGeom prst="roundRect">
            <a:avLst>
              <a:gd name="adj" fmla="val 270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3920" y="1856232"/>
            <a:ext cx="2801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93920" y="2697480"/>
            <a:ext cx="280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теста, все зелёные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80832" y="1600200"/>
            <a:ext cx="3441192" cy="1691640"/>
          </a:xfrm>
          <a:prstGeom prst="roundRect">
            <a:avLst>
              <a:gd name="adj" fmla="val 270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0872" y="1856232"/>
            <a:ext cx="2801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500872" y="2697480"/>
            <a:ext cx="280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двери наружу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57600"/>
            <a:ext cx="3441192" cy="1691640"/>
          </a:xfrm>
          <a:prstGeom prst="roundRect">
            <a:avLst>
              <a:gd name="adj" fmla="val 270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913632"/>
            <a:ext cx="2801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86968" y="4754880"/>
            <a:ext cx="280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позиций каталога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73880" y="3657600"/>
            <a:ext cx="3441192" cy="1691640"/>
          </a:xfrm>
          <a:prstGeom prst="roundRect">
            <a:avLst>
              <a:gd name="adj" fmla="val 270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3920" y="3913632"/>
            <a:ext cx="2801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693920" y="4754880"/>
            <a:ext cx="280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 сайта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0832" y="3657600"/>
            <a:ext cx="3441192" cy="1691640"/>
          </a:xfrm>
          <a:prstGeom prst="roundRect">
            <a:avLst>
              <a:gd name="adj" fmla="val 270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0872" y="3913632"/>
            <a:ext cx="2801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500872" y="4754880"/>
            <a:ext cx="2801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 ru + 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4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РАМКА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контура и шлюз между ними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Стандартные сервисы не переписываем, уникальную логику держим у себя. Почта и календарь покупные. CRM, документы и правила доступа — свои, потому что именно они и есть продукт.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380232" cy="3337560"/>
          </a:xfrm>
          <a:prstGeom prst="roundRect">
            <a:avLst>
              <a:gd name="adj" fmla="val 1370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94560"/>
            <a:ext cx="2831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офис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505456"/>
            <a:ext cx="2831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покупаем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28773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Почта, календарь, Телемост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 Формы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 без секретов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Вики и трекер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04360" y="1965960"/>
            <a:ext cx="3380232" cy="3337560"/>
          </a:xfrm>
          <a:prstGeom prst="roundRect">
            <a:avLst>
              <a:gd name="adj" fmla="val 1370"/>
            </a:avLst>
          </a:prstGeom>
          <a:solidFill>
            <a:srgbClr val="EAF6EE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8680" y="2194560"/>
            <a:ext cx="2831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и шлюз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78680" y="2505456"/>
            <a:ext cx="2831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сами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78680" y="2880360"/>
            <a:ext cx="28773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сайт и каталог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заявок, Урания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API, админка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Gateway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41792" y="1965960"/>
            <a:ext cx="3380232" cy="3337560"/>
          </a:xfrm>
          <a:prstGeom prst="roundRect">
            <a:avLst>
              <a:gd name="adj" fmla="val 1370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16112" y="2194560"/>
            <a:ext cx="2831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Закрытый контур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16112" y="2505456"/>
            <a:ext cx="2831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пишем сами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16112" y="2880360"/>
            <a:ext cx="28773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CRM: лиды, сделки, КП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Vault, PostgreSQL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+ MFA, роли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Логи, аудит, бэкапы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002024" y="33832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39456" y="33832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путь внутрь — через шлюз. Клиентская база, договоры и персональные данные наружу не выходят: обратно уезжает только согласованный документ или шаблонное письмо.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4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ПЕРИМЕТР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двери, и четвёртой не будет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функция приезжает в одну из трёх. Тогда периметр проверяется в трёх местах, а не в тридцати контроллерах.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11055096" cy="1097280"/>
          </a:xfrm>
          <a:prstGeom prst="roundRect">
            <a:avLst>
              <a:gd name="adj" fmla="val 4167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1488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/api/public/v1/**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2532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сайта, Урания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361688" y="2221992"/>
            <a:ext cx="6848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чтение, только опубликованное, кэшируется на пять минут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3264408"/>
            <a:ext cx="11055096" cy="1097280"/>
          </a:xfrm>
          <a:prstGeom prst="roundRect">
            <a:avLst>
              <a:gd name="adj" fmla="val 4167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34472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/api/forms/v1/leads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" y="3831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сайта, почта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361688" y="3520440"/>
            <a:ext cx="6848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запись снаружи. Идемпотентность по ключу: повторный клик не создаёт вторую заявку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562856"/>
            <a:ext cx="11055096" cy="1097280"/>
          </a:xfrm>
          <a:prstGeom prst="roundRect">
            <a:avLst>
              <a:gd name="adj" fmla="val 4167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7457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/admin/**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" y="51297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61688" y="4818888"/>
            <a:ext cx="6848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 и роли. Закрывается целиком на прокси, код от выбора не зависит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4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заявки — он же границы модулей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048256" cy="1234440"/>
          </a:xfrm>
          <a:prstGeom prst="roundRect">
            <a:avLst>
              <a:gd name="adj" fmla="val 3704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8483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5059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 · форма · почта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15184" y="2286000"/>
            <a:ext cx="203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18638" y="1874520"/>
            <a:ext cx="2048256" cy="1234440"/>
          </a:xfrm>
          <a:prstGeom prst="roundRect">
            <a:avLst>
              <a:gd name="adj" fmla="val 3704"/>
            </a:avLst>
          </a:prstGeom>
          <a:solidFill>
            <a:srgbClr val="EAF6EE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3230" y="208483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83230" y="245059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источник, поля, вложения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66894" y="2286000"/>
            <a:ext cx="203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70348" y="1874520"/>
            <a:ext cx="2048256" cy="1234440"/>
          </a:xfrm>
          <a:prstGeom prst="roundRect">
            <a:avLst>
              <a:gd name="adj" fmla="val 3704"/>
            </a:avLst>
          </a:prstGeom>
          <a:solidFill>
            <a:srgbClr val="EAF6EE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4940" y="208483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34940" y="245059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 лида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18604" y="2286000"/>
            <a:ext cx="203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22058" y="1874520"/>
            <a:ext cx="2048256" cy="1234440"/>
          </a:xfrm>
          <a:prstGeom prst="roundRect">
            <a:avLst>
              <a:gd name="adj" fmla="val 3704"/>
            </a:avLst>
          </a:prstGeom>
          <a:solidFill>
            <a:srgbClr val="EAF6EE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86650" y="208483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86650" y="245059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шаблонное письмо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70314" y="2286000"/>
            <a:ext cx="2034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573768" y="1874520"/>
            <a:ext cx="2048256" cy="1234440"/>
          </a:xfrm>
          <a:prstGeom prst="roundRect">
            <a:avLst>
              <a:gd name="adj" fmla="val 3704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208483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38360" y="245059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ответ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18638" y="3931920"/>
            <a:ext cx="6551676" cy="868680"/>
          </a:xfrm>
          <a:prstGeom prst="roundRect">
            <a:avLst>
              <a:gd name="adj" fmla="val 5263"/>
            </a:avLst>
          </a:prstGeom>
          <a:solidFill>
            <a:srgbClr val="EEF2F0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2958" y="4160520"/>
            <a:ext cx="6144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журнал только на добавление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9886" y="31546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11596" y="31546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63306" y="31546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6928" y="52578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базу и событие коммитятся одной транзакцией, поэтому заявка не теряется, даже если письмо не ушло. Правку журнала задним числом запрещает триггер базы, а не дисциплина.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4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 готовы целиком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приложение, одна база. Модули — границы пакетов ru.vedal.portal.*, а не отдельные деплои: пятьдесят сотрудников не требуют микросервисов.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344668" cy="868680"/>
          </a:xfrm>
          <a:prstGeom prst="roundRect">
            <a:avLst>
              <a:gd name="adj" fmla="val 526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93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5132" y="200253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5132" y="20025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13432"/>
            <a:ext cx="4832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Продукция и категории, публичное API, правка и публикация в админке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1874520"/>
            <a:ext cx="5344668" cy="868680"/>
          </a:xfrm>
          <a:prstGeom prst="roundRect">
            <a:avLst>
              <a:gd name="adj" fmla="val 526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3388" y="19933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195560" y="200253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95560" y="200253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3388" y="2313432"/>
            <a:ext cx="4832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 и пресс-центр. Пустая лента — нормальное состояние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898648"/>
            <a:ext cx="5344668" cy="868680"/>
          </a:xfrm>
          <a:prstGeom prst="roundRect">
            <a:avLst>
              <a:gd name="adj" fmla="val 526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485132" y="3026664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5132" y="3026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4832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Перечень, статусы доступа, выдача файла за портом FileStorage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7356" y="2898648"/>
            <a:ext cx="5344668" cy="868680"/>
          </a:xfrm>
          <a:prstGeom prst="roundRect">
            <a:avLst>
              <a:gd name="adj" fmla="val 526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3388" y="30175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195560" y="3026664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95560" y="30266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3388" y="3337560"/>
            <a:ext cx="4832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заявок: проверка, honeypot, лимит частоты, идемпотентность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3922776"/>
            <a:ext cx="5344668" cy="868680"/>
          </a:xfrm>
          <a:prstGeom prst="roundRect">
            <a:avLst>
              <a:gd name="adj" fmla="val 526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041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85132" y="4050792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5132" y="40507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4361688"/>
            <a:ext cx="4832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только на добавление, правку запрещает триггер базы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77356" y="3922776"/>
            <a:ext cx="5344668" cy="868680"/>
          </a:xfrm>
          <a:prstGeom prst="roundRect">
            <a:avLst>
              <a:gd name="adj" fmla="val 526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3388" y="40416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195560" y="4050792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95560" y="405079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33388" y="4361688"/>
            <a:ext cx="4832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в одном формате, транзакционный outbox, лимиты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" y="4946904"/>
            <a:ext cx="5344668" cy="868680"/>
          </a:xfrm>
          <a:prstGeom prst="roundRect">
            <a:avLst>
              <a:gd name="adj" fmla="val 5263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0657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485132" y="507492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5132" y="507492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2960" y="5385816"/>
            <a:ext cx="4832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Сборка, четыре окружения, проверка переменных до старта, CORS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4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Четыре сделаны наполовину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344668" cy="1874520"/>
          </a:xfrm>
          <a:prstGeom prst="roundRect">
            <a:avLst>
              <a:gd name="adj" fmla="val 2439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01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66844" y="181965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F7F1E2"/>
          </a:solidFill>
          <a:ln w="12700">
            <a:solidFill>
              <a:srgbClr val="F7F1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66844" y="181965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НАПОЛОВИНУ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221992"/>
            <a:ext cx="4796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Лиды принимаются и видны в админке.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2651760"/>
            <a:ext cx="4796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сделок, КП, статусов и ответственного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1600200"/>
            <a:ext cx="5344668" cy="1874520"/>
          </a:xfrm>
          <a:prstGeom prst="roundRect">
            <a:avLst>
              <a:gd name="adj" fmla="val 2439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1676" y="1801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177272" y="181965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F7F1E2"/>
          </a:solidFill>
          <a:ln w="12700">
            <a:solidFill>
              <a:srgbClr val="F7F1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77272" y="181965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НАПОЛОВИНУ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51676" y="2221992"/>
            <a:ext cx="4796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Шаблоны, очередь и учёт доставки готовы.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51676" y="2651760"/>
            <a:ext cx="4796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Письма уходят в лог: SMTP Яндекс 360 не подключён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5344668" cy="1874520"/>
          </a:xfrm>
          <a:prstGeom prst="roundRect">
            <a:avLst>
              <a:gd name="adj" fmla="val 2439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9502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66844" y="396849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F7F1E2"/>
          </a:solidFill>
          <a:ln w="12700">
            <a:solidFill>
              <a:srgbClr val="F7F1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66844" y="396849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НАПОЛОВИНУ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1248" y="4370832"/>
            <a:ext cx="4796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и передача человеку работают.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" y="4800600"/>
            <a:ext cx="4796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портом LlmEngine поиск по словам, модели нет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77356" y="3749040"/>
            <a:ext cx="5344668" cy="1874520"/>
          </a:xfrm>
          <a:prstGeom prst="roundRect">
            <a:avLst>
              <a:gd name="adj" fmla="val 2439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1676" y="39502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177272" y="396849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F7F1E2"/>
          </a:solidFill>
          <a:ln w="12700">
            <a:solidFill>
              <a:srgbClr val="F7F1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77272" y="396849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НАПОЛОВИНУ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51676" y="4370832"/>
            <a:ext cx="4796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в админку на локальных учётках.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51676" y="4800600"/>
            <a:ext cx="47960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и MFA ждут согласования закрытого контура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knowledge и vlm — AI-поиск по внутренним документам и визуальные модели для сервиса. Не начаты, это отдельные этапы роадмапа.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4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СДЕЛАНО НА ЭТОЙ НЕДЕЛЕ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и бэкенд соединены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этого обе половины были написаны по одной спеке, но между ними не было ни одного провода: формы никуда не отправлялись, Урания отвечала заготовками, каталог жил в файле фронтенда.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344668" cy="1737360"/>
          </a:xfrm>
          <a:prstGeom prst="roundRect">
            <a:avLst>
              <a:gd name="adj" fmla="val 2632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39696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 — на сборке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542032"/>
            <a:ext cx="47960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Каталог, новости и документы приходят из публичного API и обновляются раз в пять минут. Падение бэкенда не роняет уже собранный сайт.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7356" y="1920240"/>
            <a:ext cx="5344668" cy="1737360"/>
          </a:xfrm>
          <a:prstGeom prst="roundRect">
            <a:avLst>
              <a:gd name="adj" fmla="val 2632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1676" y="2139696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— из браузера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51676" y="2542032"/>
            <a:ext cx="47960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Формы уходят с ключом идемпотентности, Урания спрашивает Assistant API и показывает ссылки на источники.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931920"/>
            <a:ext cx="5344668" cy="1737360"/>
          </a:xfrm>
          <a:prstGeom prst="roundRect">
            <a:avLst>
              <a:gd name="adj" fmla="val 2632"/>
            </a:avLst>
          </a:prstGeom>
          <a:solidFill>
            <a:srgbClr val="F4F8F6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151376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источников — нет ответа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4553712"/>
            <a:ext cx="47960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Ассистент не придумывает. Когда подходящих опубликованных материалов нет, идёт передача человеку с контактами.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77356" y="3931920"/>
            <a:ext cx="5344668" cy="1737360"/>
          </a:xfrm>
          <a:prstGeom prst="roundRect">
            <a:avLst>
              <a:gd name="adj" fmla="val 2632"/>
            </a:avLst>
          </a:prstGeom>
          <a:solidFill>
            <a:srgbClr val="EAF6EE"/>
          </a:solidFill>
          <a:ln w="9525">
            <a:solidFill>
              <a:srgbClr val="DDE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1676" y="4151376"/>
            <a:ext cx="4796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Фотографии — из MinIO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51676" y="4553712"/>
            <a:ext cx="47960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 переехали в объектное хранилище. Локально MinIO, в облаке Yandex Object Storage: оба говорят на S3.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4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 дальше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35608" y="160020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Потребители событий переезжают в Kafka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35608" y="19659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из outbox готова, топики заводит приложение. Осталось заставить потребителей читать из топиков, а не из процесса, и добавить очередь разбора для битых событий.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341864" y="1655064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41864" y="16550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84378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35608" y="277063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Keycloak и MFA вместо локальных учёток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35608" y="313639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строится на покупном провайдере идентичности, у нас остаётся модель ролей. Это условие для всего закрытого контура.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341864" y="282549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41864" y="282549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40142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435608" y="394106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в объектное хранилище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35608" y="430682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уже поднят и медиа в нём. Осталось перевести туда документы: клиент на AWS SDK, приватный бакет, подписанные ссылки.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341864" y="3995928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41864" y="39959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518464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435608" y="5111496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целиком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35608" y="5477256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Клиенты, сделки, КП, статусы, ответственный, дилерская и сервисная воронки, аналитика по изделию и источнику.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341864" y="5166360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41864" y="516636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не произвольный: каждый шаг оставляет работающее приложение.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4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 дальше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73352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35608" y="160020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Живые письма и живая модель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35608" y="19659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переключается на SMTP Яндекс 360. Урания получает YandexGPT и pgvector. Ограничения остаются в коде до вызова модели, а не в промпте.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341864" y="1655064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41864" y="1655064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84378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35608" y="277063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Пресс-центр, партнёры, SEO и аналитика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35608" y="313639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 страниц из карты сайта ещё нет. Плюс метаданные, разметка изделий, Яндекс Метрика и десять именованных событий — список уже согласован.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341864" y="282549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41864" y="282549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ФРОНТЕНД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401421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9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435608" y="3941064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Переезд в облако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35608" y="4306824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VM, Managed PostgreSQL и Kafka, объектное хранилище, бэкапы с проверкой восстановления, мониторинг, сборка с деплоем.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341864" y="3995928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F7F1E2"/>
          </a:solidFill>
          <a:ln w="12700">
            <a:solidFill>
              <a:srgbClr val="F7F1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41864" y="399592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Последний шаг упирается в Yandex Cloud, которого пока нет: до него бэкенд живёт локально, а сайт остаётся статикой.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548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149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55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включиться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5298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Поднять у себя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298948" cy="2286000"/>
          </a:xfrm>
          <a:prstGeom prst="roundRect">
            <a:avLst>
              <a:gd name="adj" fmla="val 2000"/>
            </a:avLst>
          </a:prstGeom>
          <a:solidFill>
            <a:srgbClr val="0D3229"/>
          </a:solidFill>
          <a:ln w="12700">
            <a:solidFill>
              <a:srgbClr val="0D32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47868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E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база, брокер и хранилище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E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-f backend/compose.yaml up -d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E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фотографии в хранилище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E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backend/tools/upload-media.mjs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E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бэкенд, порт 8081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E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 &amp;&amp; ./mvnw spring-boot:run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E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сайт, порт 3000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6E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 &amp;&amp; npm run dev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4389120"/>
            <a:ext cx="52989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JDK 25, Node 24 и Docker. Тесты идут на настоящем PostgreSQL, поэтому Docker обязателен именно для них. Настройки сайта — frontend/.env.example.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23076" y="1554480"/>
            <a:ext cx="52989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коммитить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23076" y="201168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20356" y="2011680"/>
            <a:ext cx="420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серверная логика, тесты бэкенда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23076" y="24140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20356" y="2414016"/>
            <a:ext cx="420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клиент, стили, тесты фронтенда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23076" y="281635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20356" y="2816352"/>
            <a:ext cx="420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миграции, SQL, seed-данные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3076" y="32186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20356" y="3218688"/>
            <a:ext cx="420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сборка, CI/CD, Docker, зависимости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3076" y="36210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20356" y="3621024"/>
            <a:ext cx="420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 и спеки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3076" y="40233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20356" y="4023360"/>
            <a:ext cx="420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интеграция, здесь всё тестируется вместе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23076" y="442569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20356" y="4425696"/>
            <a:ext cx="42016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протестированное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3076" y="4937760"/>
            <a:ext cx="52989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E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Коммиты — Conventional Commits с префиксом слоя. В dev мержим с --no-ff, в main — только после зелёных тестов.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580644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Начинать читать — с docs/PROJECT.md. Там суть, архитектура, раскладка репозитория и открытые вопросы; остальные сорок документов — детализация. Вся документация ведётся парами ru и en с переключателем внутри файла.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МЕШАЕТ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чего ждём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5298948" cy="1645920"/>
          </a:xfrm>
          <a:prstGeom prst="roundRect">
            <a:avLst>
              <a:gd name="adj" fmla="val 2778"/>
            </a:avLst>
          </a:prstGeom>
          <a:solidFill>
            <a:srgbClr val="0D3229"/>
          </a:solidFill>
          <a:ln w="9525">
            <a:solidFill>
              <a:srgbClr val="1E3A3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21408"/>
            <a:ext cx="4750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Расхождения в документах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505456"/>
            <a:ext cx="47503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6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штук, каждое зафиксировано как нерешённое: 50 или 60 сотрудников, Kafka или Redis, своя CRM или коробочная, «около десяти» или тринадцать изделий.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3076" y="1920240"/>
            <a:ext cx="5298948" cy="1645920"/>
          </a:xfrm>
          <a:prstGeom prst="roundRect">
            <a:avLst>
              <a:gd name="adj" fmla="val 2778"/>
            </a:avLst>
          </a:prstGeom>
          <a:solidFill>
            <a:srgbClr val="0D3229"/>
          </a:solidFill>
          <a:ln w="9525">
            <a:solidFill>
              <a:srgbClr val="1E3A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2121408"/>
            <a:ext cx="4750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 по продукции нет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505456"/>
            <a:ext cx="47503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6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Датащитами подтверждены три позиции из двенадцати. Статус регистрации не подтверждён ни у одной, фотографий отдельными файлами нет.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840480"/>
            <a:ext cx="5298948" cy="1645920"/>
          </a:xfrm>
          <a:prstGeom prst="roundRect">
            <a:avLst>
              <a:gd name="adj" fmla="val 2778"/>
            </a:avLst>
          </a:prstGeom>
          <a:solidFill>
            <a:srgbClr val="0D3229"/>
          </a:solidFill>
          <a:ln w="9525">
            <a:solidFill>
              <a:srgbClr val="1E3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041648"/>
            <a:ext cx="4750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Облака нет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4425696"/>
            <a:ext cx="47503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6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упирается в Yandex Cloud, стоит: Managed PostgreSQL и Kafka, бэкапы, мониторинг, развёртывание. Бэкенд пока живёт локально.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23076" y="3840480"/>
            <a:ext cx="5298948" cy="1645920"/>
          </a:xfrm>
          <a:prstGeom prst="roundRect">
            <a:avLst>
              <a:gd name="adj" fmla="val 2778"/>
            </a:avLst>
          </a:prstGeom>
          <a:solidFill>
            <a:srgbClr val="0D3229"/>
          </a:solidFill>
          <a:ln w="9525">
            <a:solidFill>
              <a:srgbClr val="1E3A3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41648"/>
            <a:ext cx="47503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Ждут подтверждения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425696"/>
            <a:ext cx="47503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B6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Допустимая потеря данных и время подъёма, срок хранения заявок, закрывать ли админку по сети, когда подключаем Keycloak.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594360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истины — docs/PROJECT.md в репозитории. Эта презентация — срез на 13 августа 2026; если расходится с репозиторием, прав репозиторий.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VEDAL Portal — что построено и что дальше</dc:title>
  <dc:subject>PptxGenJS Presentation</dc:subject>
  <dc:creator>VEDAL Portal</dc:creator>
  <cp:lastModifiedBy>VEDAL Portal</cp:lastModifiedBy>
  <cp:revision>1</cp:revision>
  <dcterms:created xsi:type="dcterms:W3CDTF">2026-08-13T10:35:40Z</dcterms:created>
  <dcterms:modified xsi:type="dcterms:W3CDTF">2026-08-13T10:35:40Z</dcterms:modified>
</cp:coreProperties>
</file>