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встречи — согласовать состав работ и порядок, а не детали реализации.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обещания, по которым можно проверить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Разрыв между тем, что видно снаружи, и тем, что работает внутри.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Ограниченное число входов — то, что делает периметр обозримым.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инженерное решение: запись данных и задание на отправку фиксируются одной операцией.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зашиты в систему, а не в формулировку запроса к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Обещание не в том, что не сломается, а в том, что известно, как чинить.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закона превращаются в конкретные поля и процедуры, а не в обещания.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выбран так, чтобы ошибка на раннем этапе стоила дёшево.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данных на сайте сейчас показана как заглушки и помечена соответствующим примечанием.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Просьба к встрече: подтвердить порядок этапов и назвать сроки по материалам.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контуров. Зелёным выделено то, что пишем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Границы модулей — из README серверной части, плюс content и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Эксплуатация занимает столько же места, сколько функциональность, — это норма для системы, которую сдают надолго.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4754880" cy="4754880"/>
          </a:xfrm>
          <a:prstGeom prst="ellipse">
            <a:avLst/>
          </a:prstGeom>
          <a:solidFill>
            <a:srgbClr val="149C3C">
              <a:alpha val="12000"/>
            </a:srgbClr>
          </a:solidFill>
          <a:ln w="12700">
            <a:solidFill>
              <a:srgbClr val="149C3C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VEDAL Portal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F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этапы реализации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к обсуждению · август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предлагаем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серверная часть и админка развиваются как одна система, а не как три отдельных проекта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платформа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заявки, документы и ассистент живут в одном приложении с общими правилами доступа и общим журналом действий.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1488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Контент без разработчика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правит каталог, новости и документы через админку. Сейчас каждая правка — это задача программисту.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488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 одной потерянной заявки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фиксируется в базе до того, как уйдёт письмо. Сбой почты или сети не стоит клиента.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готова, за ней пока пусто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экранов сайта в новом дизайне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13 позиций и карточки изделий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запроса КП, каталога, консультации и сервиса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ассистента Урании на всех страницах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опубликован и открывается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хватает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тексты зашиты в код — правка через разработчика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с форм никуда не уходят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негде хранить и нечем публиковать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Ассистенту нечем отвечать: нет источника данных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журнала действий и резервных копий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доступ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входит в систему, входит через одну из трёх дверей — проверять безопасность нужно в трёх местах, а не в тридцати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Чтение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забирает каталог, новости и документы. Только опубликованное, только на чтение.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 заявок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09160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место, где внешний мир пишет данные. Здесь проверка полей, вложений и защита от спама.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05740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Админка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58200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контентом и заявками. Вход по паролю и второму фактору, каждое действие в журнале.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Админку можно закрыть от интернета целиком — она отделена от публичной части по адресу.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заявка не теряется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записывается раньше, чем система пытается что-либо отправить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отправляет запрос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63240" y="3063240"/>
            <a:ext cx="365760" cy="0"/>
          </a:xfrm>
          <a:prstGeom prst="line">
            <a:avLst/>
          </a:prstGeom>
          <a:noFill/>
          <a:ln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и задание на письмо сохраняются вместе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3063240"/>
            <a:ext cx="365760" cy="0"/>
          </a:xfrm>
          <a:prstGeom prst="line">
            <a:avLst/>
          </a:prstGeom>
          <a:noFill/>
          <a:ln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Отправка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уходит отдельным шагом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32520" y="3063240"/>
            <a:ext cx="365760" cy="0"/>
          </a:xfrm>
          <a:prstGeom prst="line">
            <a:avLst/>
          </a:prstGeom>
          <a:noFill/>
          <a:ln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Менеджер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7260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видно в админке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почта или сеть недоступны, заявка уже в базе и уедет позже. Повторная отправка формы не создаёт вторую заявку.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 и ассистент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отвечает только тем, что вы разрешили опубликовать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Хранение документов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материалы отдаются быстро и с любого устройства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Закрытые файлы не выдаются напрямую — только ссылка с коротким сроком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выдача закрытого файла попадает в журнал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только после явного согласования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Ассистент Урания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по согласованному каталогу и опубликованным документам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каждому ответу прикладывает ссылку на источник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ставит диагнозов и не советует лечение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называет цены, сроки и характеристики, которых нет в материалах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уверена — передаёт вопрос специалисту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Надёжность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происходит, когда что-то ломается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 живёт отдельно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собраны заранее. Остановка серверной части не гасит витрину.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288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Возврат к любой минуте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75888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базы ведутся непрерывно, а не раз в сутки.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Копия вне площадки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3096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Недельная копия хранится в отдельной учётной записи, чтобы пережить потерю доступа.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1704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восстановления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0304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месяц копия разворачивается и сверяется. Непроверенная копия — не копия.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 отслеживается ситуация «система работает, а заявки не уезжают» — это самый незаметный вид отказа.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Персональные данные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собирают имя, телефон и почту — это накладывает обязательства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Согласие хранится вместе с текстом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6360" y="182880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Сохраняем не галочку, а редакцию текста, на которую человек согласился, и время. Иначе через год не доказать, с чем он согласился.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Срок хранения и автоочистка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288036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не копятся вечно: по истечении срока данные удаляются без ручной работы.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Удаление по обращению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93192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конкретного человека удаляются по его запросу.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остаются в России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498348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на российской площадке.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простого к сложному: каждый этап оставляет работающую систему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 и новости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82880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переезжает из кода в базу. Сотрудник правит сайт сам, без разработчика.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288036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начинают работать: обращение попадает в систему и менеджеру на почту.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393192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файлов, публикация по согласованию, доступ к закрытым материалам под контролем.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Ассистент и переезд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498348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Урания получает источник данных. Система переезжает на промышленную площадку с копиями и мониторингом.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уточняются после согласования объёма. Первые два этапа не зависят от закупки инфраструктуры.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от вас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и материалы, без которых работа встанет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времени допустимо восстанавливать систему после сбоя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лет храним заявки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 доступна из интернета или только из офиса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согласует публикацию документов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Выверенный перечень изделий с характеристиками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которые можно публиковать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 производства и продукции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адреса и телефоны отделов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новостей и пресс-релизов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194560"/>
            <a:ext cx="4937760" cy="4937760"/>
          </a:xfrm>
          <a:prstGeom prst="ellipse">
            <a:avLst/>
          </a:prstGeom>
          <a:solidFill>
            <a:srgbClr val="149C3C">
              <a:alpha val="10000"/>
            </a:srgbClr>
          </a:solidFill>
          <a:ln w="12700">
            <a:solidFill>
              <a:srgbClr val="149C3C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 шаг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206240" y="3291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F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состав и порядок этапов — и начать с каталога: он не требует закупки инфраструктуры и сразу снимает правку сайта с разработчика.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Техническая схема: путь данных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направо — откуда приходит обращение и где оно оседает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38528" cy="4572000"/>
          </a:xfrm>
          <a:prstGeom prst="roundRect">
            <a:avLst>
              <a:gd name="adj" fmla="val 23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373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167128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2167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Посетитель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642616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6426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118104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Форма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593592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50592" y="3794760"/>
            <a:ext cx="274320" cy="0"/>
          </a:xfrm>
          <a:prstGeom prst="line">
            <a:avLst/>
          </a:prstGeom>
          <a:noFill/>
          <a:ln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79776" y="1600200"/>
            <a:ext cx="1938528" cy="4572000"/>
          </a:xfrm>
          <a:prstGeom prst="roundRect">
            <a:avLst>
              <a:gd name="adj" fmla="val 23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17373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Периметр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16936" y="2167128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167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и статика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16936" y="2642616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6426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16936" y="3118104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73168" y="3794760"/>
            <a:ext cx="274320" cy="0"/>
          </a:xfrm>
          <a:prstGeom prst="line">
            <a:avLst/>
          </a:prstGeom>
          <a:noFill/>
          <a:ln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02352" y="1600200"/>
            <a:ext cx="1938528" cy="4572000"/>
          </a:xfrm>
          <a:prstGeom prst="roundRect">
            <a:avLst>
              <a:gd name="adj" fmla="val 23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7373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39512" y="2167128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94376" y="2167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39512" y="2642616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4376" y="26426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API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39512" y="3118104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39512" y="3593592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4376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API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39512" y="4069080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94376" y="4069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и порты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95744" y="3794760"/>
            <a:ext cx="274320" cy="0"/>
          </a:xfrm>
          <a:prstGeom prst="line">
            <a:avLst/>
          </a:prstGeom>
          <a:noFill/>
          <a:ln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24928" y="1600200"/>
            <a:ext cx="1938528" cy="4572000"/>
          </a:xfrm>
          <a:prstGeom prst="roundRect">
            <a:avLst>
              <a:gd name="adj" fmla="val 23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17373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Асинхронно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562088" y="2167128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16952" y="2167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62088" y="2642616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26426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62088" y="3118104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16952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562088" y="3593592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16952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62088" y="4069080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2" y="4069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62088" y="4544568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16952" y="4544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418320" y="3794760"/>
            <a:ext cx="274320" cy="0"/>
          </a:xfrm>
          <a:prstGeom prst="line">
            <a:avLst/>
          </a:prstGeom>
          <a:noFill/>
          <a:ln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747504" y="1600200"/>
            <a:ext cx="1938528" cy="4572000"/>
          </a:xfrm>
          <a:prstGeom prst="roundRect">
            <a:avLst>
              <a:gd name="adj" fmla="val 23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57232" y="17373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Хранилища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9884664" y="2167128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39528" y="2167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884664" y="2642616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39528" y="26426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884664" y="3118104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39528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публичный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884664" y="3593592"/>
            <a:ext cx="16642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9528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приватный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и события фиксируются одной операцией в PostgreSQL, поэтому очередь можно перезапускать без потери обращений.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Техническая схема: внутри приложения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приложение, модули видят друг друга только через интерфейсы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адаптеры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562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8562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424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8562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2784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98280" y="18562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144" y="18562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API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модули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7706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27706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7706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7706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27706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277063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27706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192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3192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3192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33192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3192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3192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8280" y="33192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53144" y="33192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977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 наружу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336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4233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FileStorage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37560" y="42336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92424" y="4233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MailSender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42336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4233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LlmEngine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98280" y="42336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3144" y="4233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EventPublisher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Сквозные механизмы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1480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5148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схемы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37560" y="51480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92424" y="5148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идемпотентности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51480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5148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id запроса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98280" y="51480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53144" y="5148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частоты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Вынести модуль в отдельный сервис можно, не переписывая соседние: они знают только его интерфейс.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Техническая схема: конвейер и эксплуатация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документ попадает к ассистенту и что держит систему в рабочем состоянии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Урании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029968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текста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61488" y="1737360"/>
            <a:ext cx="2029968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 на части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65776" y="1737360"/>
            <a:ext cx="2029968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70064" y="1737360"/>
            <a:ext cx="2029968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индекс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74352" y="1737360"/>
            <a:ext cx="2029968" cy="457200"/>
          </a:xfrm>
          <a:prstGeom prst="roundRect">
            <a:avLst>
              <a:gd name="adj" fmla="val 10000"/>
            </a:avLst>
          </a:prstGeom>
          <a:solidFill>
            <a:srgbClr val="E4F2E8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9216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со ссылками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Бэкапы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Непрерывные копии базы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Недельная копия вне площадки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восстановления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37560" y="2514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Наблюдаемость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2044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id в логах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приложения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на застрявшие заявки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2514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Персональные данные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текста согласия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хранения и очистка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по обращению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280" y="2514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Доставка кода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81160" y="31089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с тестами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на старте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 на прошлый образ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3095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5330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машина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533095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5330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Управляемый PostgreSQL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533095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5330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Управляемая очередь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98280" y="533095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144" y="5330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Объектное хранилище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— корпоративная почта, аналитика, хранилище секретов и мониторинг. Окружения: рабочее, предпродакшн, внутреннее и лабораторное.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VEDAL Portal — архитектура и этапы</dc:title>
  <dc:subject>PptxGenJS Presentation</dc:subject>
  <dc:creator>VEDAL</dc:creator>
  <cp:lastModifiedBy>VEDAL</cp:lastModifiedBy>
  <cp:revision>1</cp:revision>
  <dcterms:created xsi:type="dcterms:W3CDTF">2026-08-07T03:51:44Z</dcterms:created>
  <dcterms:modified xsi:type="dcterms:W3CDTF">2026-08-07T03:51:44Z</dcterms:modified>
</cp:coreProperties>
</file>