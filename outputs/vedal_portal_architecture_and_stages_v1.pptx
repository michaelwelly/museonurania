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встречи — согласовать состав работ и порядок, а не детали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обещания, по которым можно проверить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Разрыв между тем, что видно снаружи, и тем, что работает внутри.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Ограниченное число входов — то, что делает периметр обозримым.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инженерное решение: запись данных и задание на отправку фиксируются одной операцией.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зашиты в систему, а не в формулировку запроса к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Обещание не в том, что не сломается, а в том, что известно, как чинить.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закона превращаются в конкретные поля и процедуры, а не в обещания.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выбран так, чтобы ошибка на раннем этапе стоила дёшево.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данных на сайте сейчас показана как заглушки и помечена соответствующим примечанием.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Просьба к встрече: подтвердить порядок этапов и назвать сроки по материалам.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4754880" cy="4754880"/>
          </a:xfrm>
          <a:prstGeom prst="ellipse">
            <a:avLst/>
          </a:prstGeom>
          <a:solidFill>
            <a:srgbClr val="149C3C">
              <a:alpha val="12000"/>
            </a:srgbClr>
          </a:solidFill>
          <a:ln w="12700">
            <a:solidFill>
              <a:srgbClr val="149C3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48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VEDAL Portal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этапы реализации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к обсуждению · август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предлагаем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серверная часть и админка развиваются как одна система, а не как три отдельных проекта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платформа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заявки, документы и ассистент живут в одном приложении с общими правилами доступа и общим журналом действий.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 без разработчика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правит каталог, новости и документы через админку. Сейчас каждая правка — это задача программисту.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488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одной потерянной заявки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фиксируется в базе до того, как уйдёт письмо. Сбой почты или сети не стоит клиента.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готова, за ней пока пусто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экранов сайта в новом дизайне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13 позиций и карточки изделий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запроса КП, каталога, консультации и сервиса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ассистента Урании на всех страницах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опубликован и открывается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хватает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тексты зашиты в код — правка через разработчика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с форм никуда не уходят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негде хранить и нечем публиковать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Ассистенту нечем отвечать: нет источника данных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журнала действий и резервных копий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доступ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входит в систему, входит через одну из трёх дверей — проверять безопасность нужно в трёх местах, а не в тридцати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Чтение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забирает каталог, новости и документы. Только опубликованное, только на чтение.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 заявок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0916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место, где внешний мир пишет данные. Здесь проверка полей, вложений и защита от спама.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05740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Админка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8200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контентом и заявками. Вход по паролю и второму фактору, каждое действие в журнале.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Админку можно закрыть от интернета целиком — она отделена от публичной части по адресу.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заявка не теряется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записывается раньше, чем система пытается что-либо отправить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отправляет запрос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324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0332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и задание на письмо сохраняются вместе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Отправка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уходит отдельным шагом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32520" y="3063240"/>
            <a:ext cx="365760" cy="0"/>
          </a:xfrm>
          <a:prstGeom prst="line">
            <a:avLst/>
          </a:prstGeom>
          <a:noFill/>
          <a:ln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1945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Менеджер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7260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видно в админке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2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почта или сеть недоступны, заявка уже в базе и уедет позже. Повторная отправка формы не создаёт вторую заявку.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 и ассистент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отвечает только тем, что вы разрешили опубликовать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 документов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материалы отдаются быстро и с любого устройства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файлы не выдаются напрямую — только ссылка с коротким сроком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выдача закрытого файла попадает в журнал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только после явного согласования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Ассистент Урания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по согласованному каталогу и опубликованным документам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каждому ответу прикладывает ссылку на источник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ставит диагнозов и не советует лечение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называет цены, сроки и характеристики, которых нет в материалах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уверена — передаёт вопрос специалисту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происходит, когда что-то ломается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 живёт отдельно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собраны заранее. Остановка серверной части не гасит витрину.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 к любой минуте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75888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базы ведутся непрерывно, а не раз в сутки.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Копия вне площадки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3096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Недельная копия хранится в отдельной учётной записи, чтобы пережить потерю доступа.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201168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восстановления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0304" y="30632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месяц копия разворачивается и сверяется. Непроверенная копия — не копия.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отслеживается ситуация «система работает, а заявки не уезжают» — это самый незаметный вид отказа.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Персональные данные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собирают имя, телефон и почту — это накладывает обязательства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Согласие хранится вместе с текстом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6360" y="182880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Сохраняем не галочку, а редакцию текста, на которую человек согласился, и время. Иначе через год не доказать, с чем он согласился.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Срок хранения и автоочистка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288036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не копятся вечно: по истечении срока данные удаляются без ручной работы.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Удаление по обращению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93192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конкретного человека удаляются по его запросу.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остаются в России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498348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на российской площадке.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простого к сложному: каждый этап оставляет работающую систему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 и новости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82880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переезжает из кода в базу. Сотрудник правит сайт сам, без разработчика.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288036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начинают работать: обращение попадает в систему и менеджеру на почту.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93192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файлов, публикация по согласованию, доступ к закрытым материалам под контролем.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49C3C"/>
          </a:solidFill>
          <a:ln w="12700">
            <a:solidFill>
              <a:srgbClr val="149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Ассистент и переезд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498348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Урания получает источник данных. Система переезжает на промышленную площадку с копиями и мониторингом.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уточняются после согласования объёма. Первые два этапа не зависят от закупки инфраструктуры.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от вас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и материалы, без которых работа встанет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8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времени допустимо восстанавливать систему после сбоя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храним заявки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 доступна из интернета или только из офиса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согласует публикацию документов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Выверенный перечень изделий с характеристиками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которые можно публиковать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производства и продукции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адреса и телефоны отделов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новостей и пресс-релизов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194560"/>
            <a:ext cx="4937760" cy="4937760"/>
          </a:xfrm>
          <a:prstGeom prst="ellipse">
            <a:avLst/>
          </a:prstGeom>
          <a:solidFill>
            <a:srgbClr val="149C3C">
              <a:alpha val="10000"/>
            </a:srgbClr>
          </a:solidFill>
          <a:ln w="12700">
            <a:solidFill>
              <a:srgbClr val="149C3C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06240" y="3291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состав и порядок этапов — и начать с каталога: он не требует закупки инфраструктуры и сразу снимает правку сайта с разработчика.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VEDAL Portal — архитектура и этапы</dc:title>
  <dc:subject>PptxGenJS Presentation</dc:subject>
  <dc:creator>VEDAL</dc:creator>
  <cp:lastModifiedBy>VEDAL</cp:lastModifiedBy>
  <cp:revision>1</cp:revision>
  <dcterms:created xsi:type="dcterms:W3CDTF">2026-08-07T03:39:02Z</dcterms:created>
  <dcterms:modified xsi:type="dcterms:W3CDTF">2026-08-07T03:39:02Z</dcterms:modified>
</cp:coreProperties>
</file>